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1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11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v1.1  ·  in development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Hochschule München  ·  AI-Prototyping  ·  SS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8191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KI-Assistent für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548640" y="3429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Browser-Formulare</a:t>
            </a:r>
            <a:r>
              <a:rPr lang="en-US" sz="6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548640" y="4572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Chrome Extension, die jedes Online-Formular automatisch analysiert und ausfüllt — per KI-Agent, ohne eigenen Server, direkt vom Browser zur LLM-API.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562356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49808" y="576072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5623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 MV3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331720" y="562356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532888" y="576072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468880" y="5623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· Llama 3.3 70b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12080" y="5623560"/>
            <a:ext cx="1792224" cy="365760"/>
          </a:xfrm>
          <a:prstGeom prst="roundRect">
            <a:avLst>
              <a:gd name="adj" fmla="val 5000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13248" y="57607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349240" y="5623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 Backend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69480" y="5623560"/>
            <a:ext cx="2272284" cy="365760"/>
          </a:xfrm>
          <a:prstGeom prst="roundRect">
            <a:avLst>
              <a:gd name="adj" fmla="val 5000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470648" y="576072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06640" y="5623560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Cross-Device Sync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601200" y="562356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802368" y="57607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738360" y="5623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Kostenfrei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Ujjwal  ·  Zwischenpräsentation  ·  21.05.2026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PROBLEMSTELLUNG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Warum brauchen wir FormAssist?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70048" cy="2560320"/>
          </a:xfrm>
          <a:prstGeom prst="roundRect">
            <a:avLst>
              <a:gd name="adj" fmla="val 428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9554" y="1646834"/>
            <a:ext cx="2668219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305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889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Repetitiv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Dieselben Daten — Name, Adresse, IBAN — werden täglich neu eingetippt.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9856" y="1645920"/>
            <a:ext cx="2670048" cy="2560320"/>
          </a:xfrm>
          <a:prstGeom prst="roundRect">
            <a:avLst>
              <a:gd name="adj" fmla="val 428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20770" y="1646834"/>
            <a:ext cx="2668219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94176" y="2011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21305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94176" y="27889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Fehleranfällig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94176" y="320040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Tippfehler, falsches Format, fehlende Pflichtfelder führen zu Ablehnungen.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91072" y="1645920"/>
            <a:ext cx="2670048" cy="2560320"/>
          </a:xfrm>
          <a:prstGeom prst="roundRect">
            <a:avLst>
              <a:gd name="adj" fmla="val 428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91986" y="1646834"/>
            <a:ext cx="2668219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565392" y="2011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13055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65392" y="27889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 Standard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565392" y="320040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 Webseite hat eigene Felder, Labels und Validierungsregeln.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62288" y="1645920"/>
            <a:ext cx="2670048" cy="2560320"/>
          </a:xfrm>
          <a:prstGeom prst="roundRect">
            <a:avLst>
              <a:gd name="adj" fmla="val 428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63202" y="1646834"/>
            <a:ext cx="2668219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436608" y="2011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213055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36608" y="27889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Behörden-Komplexität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436608" y="320040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Begriffe wie „Meldeanschrift lt. Ausweis“ sind für Laien unklar.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52628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1B2A47"/>
          </a:solidFill>
          <a:ln w="12700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98348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2588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Behörden-Formulare wie service.berlin.de dauern oft 20–40 Minuten — pro Antrag.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1325880" y="5166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Zielgruppe: jede Person, die regelmäßig Online-Formulare ausfüllt — Behörden, Banken, E-Commerce, Hochschulen.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Zwischenpräsentation · 21.05.2026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DIE LÖSUNG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Wie FormAssist funktioniert.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Kernprinzip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" cy="1033272"/>
          </a:xfrm>
          <a:prstGeom prst="roundRect">
            <a:avLst>
              <a:gd name="adj" fmla="val 14545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02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43000" y="1828800"/>
            <a:ext cx="4892040" cy="1033272"/>
          </a:xfrm>
          <a:prstGeom prst="roundRect">
            <a:avLst>
              <a:gd name="adj" fmla="val 708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0756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9019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 anlegen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28800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Einmalig: Name, Adresse, Kontakt, Bank, Beruf.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916936"/>
            <a:ext cx="502920" cy="1033272"/>
          </a:xfrm>
          <a:prstGeom prst="roundRect">
            <a:avLst>
              <a:gd name="adj" fmla="val 14545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2916936"/>
            <a:ext cx="502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143000" y="2916936"/>
            <a:ext cx="4892040" cy="1033272"/>
          </a:xfrm>
          <a:prstGeom prst="roundRect">
            <a:avLst>
              <a:gd name="adj" fmla="val 708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16382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29900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öffnen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828800" y="33284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Auf jeder Website per Alt+Shift+F.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005072"/>
            <a:ext cx="502920" cy="1033272"/>
          </a:xfrm>
          <a:prstGeom prst="roundRect">
            <a:avLst>
              <a:gd name="adj" fmla="val 14545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8640" y="4005072"/>
            <a:ext cx="502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1143000" y="4005072"/>
            <a:ext cx="4892040" cy="1033272"/>
          </a:xfrm>
          <a:prstGeom prst="roundRect">
            <a:avLst>
              <a:gd name="adj" fmla="val 708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42519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07822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analysiert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828800" y="44165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Felder werden gescannt und gematcht — KI füllt aus.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5093208"/>
            <a:ext cx="502920" cy="1033272"/>
          </a:xfrm>
          <a:prstGeom prst="roundRect">
            <a:avLst>
              <a:gd name="adj" fmla="val 14545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48640" y="5093208"/>
            <a:ext cx="502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1143000" y="5093208"/>
            <a:ext cx="4892040" cy="1033272"/>
          </a:xfrm>
          <a:prstGeom prst="roundRect">
            <a:avLst>
              <a:gd name="adj" fmla="val 7080"/>
            </a:avLst>
          </a:prstGeom>
          <a:solidFill>
            <a:srgbClr val="152238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5340096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828800" y="51663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&amp; Submit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828800" y="55046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Vor dem Absenden: KI-gestützte Endkontrolle.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0" y="1508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Architektur (kein eigener Server)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400800" y="1828800"/>
            <a:ext cx="5212080" cy="2697480"/>
          </a:xfrm>
          <a:prstGeom prst="roundRect">
            <a:avLst>
              <a:gd name="adj" fmla="val 3390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537960" y="18928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EXTENSION (MV3)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83680" y="219456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1B2A47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720840" y="2221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content.js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0058400" y="22219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2 953 LOC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720840" y="2468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· Agent · Profil · History · Submit-Review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583680" y="2880360"/>
            <a:ext cx="1591056" cy="758952"/>
          </a:xfrm>
          <a:prstGeom prst="roundRect">
            <a:avLst>
              <a:gd name="adj" fmla="val 7229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75120" y="295351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fa-scanner.js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6675120" y="318211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DOM · iFrames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8220456" y="2880360"/>
            <a:ext cx="1591056" cy="758952"/>
          </a:xfrm>
          <a:prstGeom prst="roundRect">
            <a:avLst>
              <a:gd name="adj" fmla="val 7229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8311896" y="295351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fa-fill.js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311896" y="318211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 · Datepicker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9857232" y="2880360"/>
            <a:ext cx="1591056" cy="758952"/>
          </a:xfrm>
          <a:prstGeom prst="roundRect">
            <a:avLst>
              <a:gd name="adj" fmla="val 7229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9948672" y="295351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fa-profile.js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9948672" y="3182112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· Extras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6583680" y="3685032"/>
            <a:ext cx="1591056" cy="758952"/>
          </a:xfrm>
          <a:prstGeom prst="roundRect">
            <a:avLst>
              <a:gd name="adj" fmla="val 7229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6675120" y="375818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fa-styles.js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6675120" y="39867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CSS-in-JS · Theme</a:t>
            </a:r>
            <a:endParaRPr lang="en-US" sz="800" dirty="0"/>
          </a:p>
        </p:txBody>
      </p:sp>
      <p:sp>
        <p:nvSpPr>
          <p:cNvPr id="48" name="Shape 42"/>
          <p:cNvSpPr/>
          <p:nvPr/>
        </p:nvSpPr>
        <p:spPr>
          <a:xfrm>
            <a:off x="8220456" y="3685032"/>
            <a:ext cx="1591056" cy="758952"/>
          </a:xfrm>
          <a:prstGeom prst="roundRect">
            <a:avLst>
              <a:gd name="adj" fmla="val 7229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8311896" y="375818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fa-supabase.js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8311896" y="39867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Cloud-Sync · UUID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9857232" y="3685032"/>
            <a:ext cx="1591056" cy="758952"/>
          </a:xfrm>
          <a:prstGeom prst="roundRect">
            <a:avLst>
              <a:gd name="adj" fmla="val 7229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9948672" y="375818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fa-utils.js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9948672" y="39867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Utilities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9006840" y="4526280"/>
            <a:ext cx="0" cy="201168"/>
          </a:xfrm>
          <a:prstGeom prst="line">
            <a:avLst/>
          </a:prstGeom>
          <a:noFill/>
          <a:ln w="19050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6400800" y="4773168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6583680" y="4818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background.js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6583680" y="5056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Worker · LLM Transport · Sync Push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9006840" y="5367528"/>
            <a:ext cx="0" cy="201168"/>
          </a:xfrm>
          <a:prstGeom prst="line">
            <a:avLst/>
          </a:prstGeom>
          <a:noFill/>
          <a:ln w="19050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3"/>
          <p:cNvSpPr/>
          <p:nvPr/>
        </p:nvSpPr>
        <p:spPr>
          <a:xfrm>
            <a:off x="6400800" y="5614416"/>
            <a:ext cx="1673352" cy="640080"/>
          </a:xfrm>
          <a:prstGeom prst="roundRect">
            <a:avLst>
              <a:gd name="adj" fmla="val 11429"/>
            </a:avLst>
          </a:prstGeom>
          <a:solidFill>
            <a:srgbClr val="0F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/>
          <p:nvPr/>
        </p:nvSpPr>
        <p:spPr>
          <a:xfrm>
            <a:off x="6400800" y="566013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1100" dirty="0"/>
          </a:p>
        </p:txBody>
      </p:sp>
      <p:sp>
        <p:nvSpPr>
          <p:cNvPr id="61" name="Text 55"/>
          <p:cNvSpPr/>
          <p:nvPr/>
        </p:nvSpPr>
        <p:spPr>
          <a:xfrm>
            <a:off x="6400800" y="594360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LLM</a:t>
            </a:r>
            <a:endParaRPr lang="en-US" sz="900" dirty="0"/>
          </a:p>
        </p:txBody>
      </p:sp>
      <p:sp>
        <p:nvSpPr>
          <p:cNvPr id="62" name="Shape 56"/>
          <p:cNvSpPr/>
          <p:nvPr/>
        </p:nvSpPr>
        <p:spPr>
          <a:xfrm>
            <a:off x="8129016" y="5614416"/>
            <a:ext cx="1673352" cy="640080"/>
          </a:xfrm>
          <a:prstGeom prst="roundRect">
            <a:avLst>
              <a:gd name="adj" fmla="val 11429"/>
            </a:avLst>
          </a:prstGeom>
          <a:solidFill>
            <a:srgbClr val="0F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8129016" y="566013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8129016" y="594360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Auto-Fallback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9857232" y="5614416"/>
            <a:ext cx="1673352" cy="640080"/>
          </a:xfrm>
          <a:prstGeom prst="roundRect">
            <a:avLst>
              <a:gd name="adj" fmla="val 11429"/>
            </a:avLst>
          </a:prstGeom>
          <a:solidFill>
            <a:srgbClr val="0F1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0"/>
          <p:cNvSpPr/>
          <p:nvPr/>
        </p:nvSpPr>
        <p:spPr>
          <a:xfrm>
            <a:off x="9857232" y="566013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1100" dirty="0"/>
          </a:p>
        </p:txBody>
      </p:sp>
      <p:sp>
        <p:nvSpPr>
          <p:cNvPr id="67" name="Text 61"/>
          <p:cNvSpPr/>
          <p:nvPr/>
        </p:nvSpPr>
        <p:spPr>
          <a:xfrm>
            <a:off x="9857232" y="594360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Cross-Device</a:t>
            </a:r>
            <a:endParaRPr lang="en-US" sz="900" dirty="0"/>
          </a:p>
        </p:txBody>
      </p:sp>
      <p:sp>
        <p:nvSpPr>
          <p:cNvPr id="68" name="Text 6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900" dirty="0"/>
          </a:p>
        </p:txBody>
      </p:sp>
      <p:sp>
        <p:nvSpPr>
          <p:cNvPr id="69" name="Text 63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Zwischenpräsentation · 21.05.2026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FUNKTIONSUMFANG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die Extension heute kann.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219456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73152" cy="2194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65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KI-Agent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256032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Scannt alle Felder (Shadow DOM, iFrames)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Profile Fill zuerst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Mehrseitige Formulare: navigiert selbst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Session-Answers für Folgeseiten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532120" cy="219456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73152" cy="21945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0" y="1920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03911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965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 &amp; Daten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360920" y="256032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Standardfelder + freie Extras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Mehrere Profile (Privat / Uni / Arbeit)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&amp; Export als JSON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Cross-Device Sync via Supabase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532120" cy="219456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97764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68680" y="4297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41655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343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Submit-Review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645920" y="493776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Pre-Submit Check vor Abschicken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Statusampel: ✅ OK / ⚠ Warnung / ❌ Fehlt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Korrektur-Runde bei Validierungsfehlern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„Formular erklären“ — KI fasst zusammen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3977640"/>
            <a:ext cx="5532120" cy="219456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63640" y="3977640"/>
            <a:ext cx="73152" cy="2194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83680" y="4297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441655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4343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/ UX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360920" y="493776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DOM Sidebar — kein CSS-Clash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Frei verschiebbar, an allen Seiten resizebar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 + Keyboard Shortcuts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History: 30 letzte Sessions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Zwischenpräsentation · 21.05.2026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ABLAUF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sieht eine Session aus.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57984" cy="301752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544" y="2057400"/>
            <a:ext cx="384048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788920"/>
            <a:ext cx="1700784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Einmaliges Setup — 15 Standardfelder + Extras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 rot="5400000">
            <a:off x="2729484" y="3127248"/>
            <a:ext cx="118872" cy="146304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71216" y="1691640"/>
            <a:ext cx="2157984" cy="301752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099816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057400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99816" y="2788920"/>
            <a:ext cx="1700784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099816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099816" y="33832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Auf jeder Webseite öffnen mit Alt+Shift+F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 rot="5400000">
            <a:off x="5052060" y="3127248"/>
            <a:ext cx="118872" cy="146304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193792" y="1691640"/>
            <a:ext cx="2157984" cy="301752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422392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2057400"/>
            <a:ext cx="384048" cy="3840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422392" y="2788920"/>
            <a:ext cx="1700784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422392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422392" y="33832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fa-scanner findet Felder — auch im Shadow DOM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 rot="5400000">
            <a:off x="7374636" y="3127248"/>
            <a:ext cx="118872" cy="146304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516368" y="1691640"/>
            <a:ext cx="2157984" cy="301752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7744968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2057400"/>
            <a:ext cx="384048" cy="3840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744968" y="2788920"/>
            <a:ext cx="1700784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744968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744968" y="33832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Profile-Match → KI für Unbekanntes → Auto-Fill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 rot="5400000">
            <a:off x="9697212" y="3127248"/>
            <a:ext cx="118872" cy="146304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9838944" y="1691640"/>
            <a:ext cx="2157984" cy="301752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10067544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36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6848" y="2057400"/>
            <a:ext cx="384048" cy="38404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067544" y="2788920"/>
            <a:ext cx="1700784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10067544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10067544" y="33832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Pre-Submit Check — KI prüft alle Felder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48640" y="507492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7772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KEYBOARD SHORTCUTS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777240" y="54589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Alt+Shift+F</a:t>
            </a: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Sidebar öffnen   </a:t>
            </a: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Alt+Shift+S</a:t>
            </a: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Agent starten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6583680" y="507492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6583680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&lt;4s</a:t>
            </a:r>
            <a:endParaRPr lang="en-US" sz="2600" dirty="0"/>
          </a:p>
        </p:txBody>
      </p:sp>
      <p:sp>
        <p:nvSpPr>
          <p:cNvPr id="43" name="Text 36"/>
          <p:cNvSpPr/>
          <p:nvPr/>
        </p:nvSpPr>
        <p:spPr>
          <a:xfrm>
            <a:off x="6583680" y="5696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Wartet auf dyn. Felder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8211312" y="507492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8211312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2600" dirty="0"/>
          </a:p>
        </p:txBody>
      </p:sp>
      <p:sp>
        <p:nvSpPr>
          <p:cNvPr id="46" name="Text 39"/>
          <p:cNvSpPr/>
          <p:nvPr/>
        </p:nvSpPr>
        <p:spPr>
          <a:xfrm>
            <a:off x="8211312" y="5696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History-Sessions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9838944" y="507492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9838944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600" dirty="0"/>
          </a:p>
        </p:txBody>
      </p:sp>
      <p:sp>
        <p:nvSpPr>
          <p:cNvPr id="49" name="Text 42"/>
          <p:cNvSpPr/>
          <p:nvPr/>
        </p:nvSpPr>
        <p:spPr>
          <a:xfrm>
            <a:off x="9838944" y="5696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Profil-Standardfelder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Zwischenpräsentation · 21.05.2026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PROJEKTSTAND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 steht das Projekt heute?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5304" cy="4572000"/>
          </a:xfrm>
          <a:prstGeom prst="roundRect">
            <a:avLst>
              <a:gd name="adj" fmla="val 3069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9554" y="1601114"/>
            <a:ext cx="3573475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46704" y="1947672"/>
            <a:ext cx="457200" cy="384048"/>
          </a:xfrm>
          <a:prstGeom prst="roundRect">
            <a:avLst>
              <a:gd name="adj" fmla="val 19048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346704" y="1947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FERTIG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278892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Abgeschlossen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68680" y="3337560"/>
            <a:ext cx="2935224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474720"/>
            <a:ext cx="30266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KI-Agent (Auto-Fill, mehrseitig)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+ OpenRouter mit Fallback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Profil: 15 Felder, Extras, Multi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Submit-Review vor Abgabe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(30 Sessions)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DOM — kein CSS-Clash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 + Shortcuts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Cross-Device Sync (Supabase)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Modularisierung in 8 Dateien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06824" y="1600200"/>
            <a:ext cx="3575304" cy="4572000"/>
          </a:xfrm>
          <a:prstGeom prst="roundRect">
            <a:avLst>
              <a:gd name="adj" fmla="val 3069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07738" y="1601114"/>
            <a:ext cx="3573475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920240"/>
            <a:ext cx="457200" cy="457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104888" y="1947672"/>
            <a:ext cx="457200" cy="384048"/>
          </a:xfrm>
          <a:prstGeom prst="roundRect">
            <a:avLst>
              <a:gd name="adj" fmla="val 19048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104888" y="1947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26864" y="25146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626864" y="278892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Baustellen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626864" y="3337560"/>
            <a:ext cx="2935224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626864" y="3474720"/>
            <a:ext cx="30266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Komplexe Formulare (Nested Dropdowns)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Prompt-Optimierung bei Mehrdeutigkeit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Cases: iFrames, Web Components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Reaktive Frameworks (React, Vue)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Formular-Feld-Tipps aus Supabase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065008" y="1600200"/>
            <a:ext cx="3575304" cy="4572000"/>
          </a:xfrm>
          <a:prstGeom prst="roundRect">
            <a:avLst>
              <a:gd name="adj" fmla="val 3069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065922" y="1601114"/>
            <a:ext cx="3573475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920240"/>
            <a:ext cx="457200" cy="4572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0863072" y="1947672"/>
            <a:ext cx="457200" cy="384048"/>
          </a:xfrm>
          <a:prstGeom prst="roundRect">
            <a:avLst>
              <a:gd name="adj" fmla="val 19048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0863072" y="1947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85048" y="25146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GEPLANT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385048" y="278892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Up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8385048" y="3337560"/>
            <a:ext cx="2935224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8385048" y="3474720"/>
            <a:ext cx="30266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Backend-Proxy (API-Keys serverseitig)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Auth (Google OAuth)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DSGVO-Consent vor KI-Call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 Web Store Release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OCR (Ausweis → Profil)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Sprachsteuerung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Live-Validierung beim Tippen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Zwischenpräsentation · 21.05.2026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VORGEHENSWEISE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 — KI-gestützt, ohne Lastenheft.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57984" cy="246888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61872" y="1965960"/>
            <a:ext cx="731520" cy="731520"/>
          </a:xfrm>
          <a:prstGeom prst="ellipse">
            <a:avLst/>
          </a:prstGeom>
          <a:solidFill>
            <a:srgbClr val="0F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Feature-Wunsch grob formulieren — was soll es können?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 rot="5400000">
            <a:off x="2729484" y="2852928"/>
            <a:ext cx="118872" cy="146304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71216" y="1691640"/>
            <a:ext cx="2157984" cy="246888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84448" y="1965960"/>
            <a:ext cx="731520" cy="731520"/>
          </a:xfrm>
          <a:prstGeom prst="ellipse">
            <a:avLst/>
          </a:prstGeom>
          <a:solidFill>
            <a:srgbClr val="0F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1031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54096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54096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054096" y="32461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KI-Prompt mit Kontext, Constraints, Code-Beispielen.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 rot="5400000">
            <a:off x="5052060" y="2852928"/>
            <a:ext cx="118872" cy="146304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193792" y="1691640"/>
            <a:ext cx="2157984" cy="246888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907024" y="1965960"/>
            <a:ext cx="731520" cy="731520"/>
          </a:xfrm>
          <a:prstGeom prst="ellipse">
            <a:avLst/>
          </a:prstGeom>
          <a:solidFill>
            <a:srgbClr val="0F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21031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76672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376672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376672" y="32461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/ GPT generiert die Implementierung.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 rot="5400000">
            <a:off x="7374636" y="2852928"/>
            <a:ext cx="118872" cy="146304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516368" y="1691640"/>
            <a:ext cx="2157984" cy="246888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229600" y="1965960"/>
            <a:ext cx="731520" cy="731520"/>
          </a:xfrm>
          <a:prstGeom prst="ellipse">
            <a:avLst/>
          </a:prstGeom>
          <a:solidFill>
            <a:srgbClr val="0F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1031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99248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699248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699248" y="32461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Manuell auf echten Formularen probieren — was bricht?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 rot="5400000">
            <a:off x="9697212" y="2852928"/>
            <a:ext cx="118872" cy="146304"/>
          </a:xfrm>
          <a:prstGeom prst="rt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9838944" y="1691640"/>
            <a:ext cx="2157984" cy="2468880"/>
          </a:xfrm>
          <a:prstGeom prst="roundRect">
            <a:avLst>
              <a:gd name="adj" fmla="val 508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10552176" y="1965960"/>
            <a:ext cx="731520" cy="731520"/>
          </a:xfrm>
          <a:prstGeom prst="ellipse">
            <a:avLst/>
          </a:prstGeom>
          <a:solidFill>
            <a:srgbClr val="0F1A2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6" y="2103120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021824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0021824" y="2834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Korrigieren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10021824" y="32461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Bugs zurück an KI mit Symptom + Reproduktion.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⟲  Iterativ — jeder Zyklus dauert oft nur Minuten.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48640" y="51206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B2A47"/>
          </a:solidFill>
          <a:ln w="12700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822960" y="5303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</a:t>
            </a:r>
            <a:endParaRPr lang="en-US" sz="3000" dirty="0"/>
          </a:p>
        </p:txBody>
      </p:sp>
      <p:sp>
        <p:nvSpPr>
          <p:cNvPr id="41" name="Text 34"/>
          <p:cNvSpPr/>
          <p:nvPr/>
        </p:nvSpPr>
        <p:spPr>
          <a:xfrm>
            <a:off x="1920240" y="5349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Wochen Entwicklungszeit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4370832" y="51206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B2A47"/>
          </a:solidFill>
          <a:ln w="12700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4645152" y="5303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3000" dirty="0"/>
          </a:p>
        </p:txBody>
      </p:sp>
      <p:sp>
        <p:nvSpPr>
          <p:cNvPr id="44" name="Text 37"/>
          <p:cNvSpPr/>
          <p:nvPr/>
        </p:nvSpPr>
        <p:spPr>
          <a:xfrm>
            <a:off x="5742432" y="5349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— aus 1 Datei entstanden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193024" y="51206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B2A47"/>
          </a:solidFill>
          <a:ln w="12700">
            <a:solidFill>
              <a:srgbClr val="3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8467344" y="5303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000" dirty="0"/>
          </a:p>
        </p:txBody>
      </p:sp>
      <p:sp>
        <p:nvSpPr>
          <p:cNvPr id="47" name="Text 40"/>
          <p:cNvSpPr/>
          <p:nvPr/>
        </p:nvSpPr>
        <p:spPr>
          <a:xfrm>
            <a:off x="9564624" y="5349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 / Roadmap — organisch gewachsen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Zwischenpräsentation · 21.05.2026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PROBLEME &amp; LIMITATIONEN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uns aufhält — und wie wir damit umgehen.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9554" y="1692554"/>
            <a:ext cx="210129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0848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Token-Limits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" y="3447288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Große Formulare + große Codebasis sprengen das Kontextfenster.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800600"/>
            <a:ext cx="173736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4892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LÖSUNG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31520" y="51480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Felder einzeln statt im Batch · Codebasis in 8 Module aufgeteilt.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98064" y="169164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98978" y="1692554"/>
            <a:ext cx="210129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529584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084832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80944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Multi-Tab Konflikte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980944" y="3200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980944" y="3447288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Mehrere Tabs gleichzeitig → 429 Rate-Limits, kein Queueing.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980944" y="4800600"/>
            <a:ext cx="173736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980944" y="4892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LÖSUNG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980944" y="51480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Auto-Fallback auf OpenRouter · perspektivisch Backend-Proxy.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47488" y="169164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048402" y="1692554"/>
            <a:ext cx="210129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779008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084832"/>
            <a:ext cx="402336" cy="4023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30368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Keine Doku-Memory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230368" y="3200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230368" y="3447288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 verliert Kontext zwischen Sessions, weigert sich zu dokumentieren.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230368" y="4800600"/>
            <a:ext cx="173736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5230368" y="4892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LÖSUNG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230368" y="51480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Manuelle Pflege: README.md, NEXT_STEPS.md, CLAUDE.md.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296912" y="169164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7297826" y="1692554"/>
            <a:ext cx="210129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8028432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4" y="2084832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479792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Komplexität bricht KI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7479792" y="3200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7479792" y="3447288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größer der Code, desto mehr unerwartete Bugs in KI-Outputs.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7479792" y="4800600"/>
            <a:ext cx="173736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7479792" y="4892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LÖSUNG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7479792" y="51480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Strikte Modulgrenzen · keine Cross-Dependencies.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9546336" y="169164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9547250" y="1692554"/>
            <a:ext cx="210129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10277856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6728" y="2084832"/>
            <a:ext cx="402336" cy="402336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9729216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Anforderungs-Drift</a:t>
            </a:r>
            <a:endParaRPr lang="en-US" sz="1400" dirty="0"/>
          </a:p>
        </p:txBody>
      </p:sp>
      <p:sp>
        <p:nvSpPr>
          <p:cNvPr id="49" name="Text 42"/>
          <p:cNvSpPr/>
          <p:nvPr/>
        </p:nvSpPr>
        <p:spPr>
          <a:xfrm>
            <a:off x="9729216" y="3200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9729216" y="3447288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 klares Ziel → Feature-Creep, schwer zu wissen wann „fertig“.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9729216" y="4800600"/>
            <a:ext cx="173736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9729216" y="4892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LÖSUNG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9729216" y="51480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NEXT_STEPS.md priorisiert · klares Was / Warum / Wie pro Feature.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Zwischenpräsentation · 21.05.2026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AUSBLICK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als Nächstes kommt.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03320" cy="2148840"/>
          </a:xfrm>
          <a:prstGeom prst="roundRect">
            <a:avLst>
              <a:gd name="adj" fmla="val 510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84832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43784" y="2057400"/>
            <a:ext cx="1179576" cy="292608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843784" y="2057400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kurzfristig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OCR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Ausweis-Foto → Llama-4 Vision liest Daten direkt ins Profil. &lt; $0.001 pro Scan.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16552" y="1691640"/>
            <a:ext cx="3703320" cy="2148840"/>
          </a:xfrm>
          <a:prstGeom prst="roundRect">
            <a:avLst>
              <a:gd name="adj" fmla="val 510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90872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084832"/>
            <a:ext cx="402336" cy="4023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11696" y="2057400"/>
            <a:ext cx="1179576" cy="292608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711696" y="2057400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kurzfristig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690872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Formular-Feld-Tipps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90872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Beim Fokus auf ein Feld: kurierter Tipp aus Supabase. Daten bereits vorhanden (DE/EN/FR/TR).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84464" y="1691640"/>
            <a:ext cx="3703320" cy="2148840"/>
          </a:xfrm>
          <a:prstGeom prst="roundRect">
            <a:avLst>
              <a:gd name="adj" fmla="val 510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558784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2084832"/>
            <a:ext cx="402336" cy="4023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415016" y="2057400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0415016" y="2057400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mittelfristig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558784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Auth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558784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OAuth statt device_id. Profil &amp; History von überall abrufbar.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005072"/>
            <a:ext cx="3703320" cy="2148840"/>
          </a:xfrm>
          <a:prstGeom prst="roundRect">
            <a:avLst>
              <a:gd name="adj" fmla="val 510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22960" y="427939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398264"/>
            <a:ext cx="402336" cy="40233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679192" y="43708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2679192" y="4370832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mittelfristig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22960" y="50566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Live-Validierung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822960" y="54681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Debounced KI-Call beim Tippen → Inline-Warnung. „PLZ existiert nicht in Bayern“.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416552" y="4005072"/>
            <a:ext cx="3703320" cy="2148840"/>
          </a:xfrm>
          <a:prstGeom prst="roundRect">
            <a:avLst>
              <a:gd name="adj" fmla="val 510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690872" y="427939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398264"/>
            <a:ext cx="402336" cy="40233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547104" y="43708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547104" y="4370832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experimentell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690872" y="50566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Sprachsteuerung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4690872" y="54681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Speech API → KI mappt Transkript auf Felder.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284464" y="4005072"/>
            <a:ext cx="3703320" cy="2148840"/>
          </a:xfrm>
          <a:prstGeom prst="roundRect">
            <a:avLst>
              <a:gd name="adj" fmla="val 5106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8558784" y="427939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F1A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7656" y="4398264"/>
            <a:ext cx="402336" cy="402336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415016" y="43708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10415016" y="4370832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mittelfristig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8558784" y="50566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Release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8558784" y="54681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Backend-Proxy für Keys · Chrome Web Store · Firefox-Port.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FormAssist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Zwischenpräsentation · 21.05.2026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743200"/>
            <a:ext cx="7315200" cy="73152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2286000"/>
            <a:ext cx="7315200" cy="73152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Drei Sätze zum Stand.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Funktioniert.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KI-Agent füllt Formulare zuverlässig, inklusive Mehrseiten-Flows und Shadow DOM.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5696" y="1783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0016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0016" y="2377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0016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Module, Auto-Fallback zwischen Providern, Cross-Device Sync ohne eigenen Server.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2752" y="1783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152238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77072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7072" y="2377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Wächst.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77072" y="2926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Klare Roadmap: Vision OCR, Supabase Auth, Chrome Web Store Release.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94415" cy="1920240"/>
          </a:xfrm>
          <a:prstGeom prst="roundRect">
            <a:avLst>
              <a:gd name="adj" fmla="val 6667"/>
            </a:avLst>
          </a:prstGeom>
          <a:solidFill>
            <a:srgbClr val="1B2A47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17720"/>
            <a:ext cx="1005840" cy="10058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286000" y="4434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Fragen, Kritik, Ideen?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228600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Worauf sollten wir uns als Nächstes fokussieren? Welche Edge Cases fehlen euch?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FormAssist  ·  Hochschule München  ·  AI-Prototyping  ·  21.05.2026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1102</Words>
  <Application>Microsoft Macintosh PowerPoint</Application>
  <PresentationFormat>Widescreen</PresentationFormat>
  <Paragraphs>262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FormAssist – Zwischenpräsentation</dc:title>
  <dc:subject>PptxGenJS Presentation</dc:subject>
  <dc:creator>Ujjwal</dc:creator>
  <cp:lastModifiedBy>Ujjwal Makkar</cp:lastModifiedBy>
  <cp:revision>2</cp:revision>
  <dcterms:created xsi:type="dcterms:W3CDTF">2026-05-20T21:14:08Z</dcterms:created>
  <dcterms:modified xsi:type="dcterms:W3CDTF">2026-05-20T21:31:10Z</dcterms:modified>
</cp:coreProperties>
</file>